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86866-2335-49A3-BE75-7419277B0C62}" v="39" dt="2026-03-18T04:37:05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8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教員 nb 竹嶋 伸之輔" userId="82c7e703-1f79-49d1-b51f-8e14ba8fcfd5" providerId="ADAL" clId="{29A529EC-0E15-487B-922A-9CE075518415}"/>
    <pc:docChg chg="modSld">
      <pc:chgData name="教員 nb 竹嶋 伸之輔" userId="82c7e703-1f79-49d1-b51f-8e14ba8fcfd5" providerId="ADAL" clId="{29A529EC-0E15-487B-922A-9CE075518415}" dt="2026-03-18T04:37:15.965" v="292" actId="1038"/>
      <pc:docMkLst>
        <pc:docMk/>
      </pc:docMkLst>
      <pc:sldChg chg="addSp modSp mod">
        <pc:chgData name="教員 nb 竹嶋 伸之輔" userId="82c7e703-1f79-49d1-b51f-8e14ba8fcfd5" providerId="ADAL" clId="{29A529EC-0E15-487B-922A-9CE075518415}" dt="2026-03-18T04:37:15.965" v="292" actId="1038"/>
        <pc:sldMkLst>
          <pc:docMk/>
          <pc:sldMk cId="775288531" sldId="256"/>
        </pc:sldMkLst>
        <pc:spChg chg="mod">
          <ac:chgData name="教員 nb 竹嶋 伸之輔" userId="82c7e703-1f79-49d1-b51f-8e14ba8fcfd5" providerId="ADAL" clId="{29A529EC-0E15-487B-922A-9CE075518415}" dt="2026-03-16T03:24:04.495" v="32" actId="122"/>
          <ac:spMkLst>
            <pc:docMk/>
            <pc:sldMk cId="775288531" sldId="256"/>
            <ac:spMk id="8" creationId="{B61FF7AF-50A7-522A-E5B5-53E6DCC6A78F}"/>
          </ac:spMkLst>
        </pc:spChg>
        <pc:spChg chg="mod">
          <ac:chgData name="教員 nb 竹嶋 伸之輔" userId="82c7e703-1f79-49d1-b51f-8e14ba8fcfd5" providerId="ADAL" clId="{29A529EC-0E15-487B-922A-9CE075518415}" dt="2026-03-18T04:34:28.482" v="261" actId="947"/>
          <ac:spMkLst>
            <pc:docMk/>
            <pc:sldMk cId="775288531" sldId="256"/>
            <ac:spMk id="9" creationId="{846E4848-F706-0F9D-E6CB-3A891CCA5EB5}"/>
          </ac:spMkLst>
        </pc:spChg>
        <pc:spChg chg="mod">
          <ac:chgData name="教員 nb 竹嶋 伸之輔" userId="82c7e703-1f79-49d1-b51f-8e14ba8fcfd5" providerId="ADAL" clId="{29A529EC-0E15-487B-922A-9CE075518415}" dt="2026-03-18T04:37:15.965" v="292" actId="1038"/>
          <ac:spMkLst>
            <pc:docMk/>
            <pc:sldMk cId="775288531" sldId="256"/>
            <ac:spMk id="10" creationId="{82FBF9A2-5624-D10B-E4DF-51BC0848430A}"/>
          </ac:spMkLst>
        </pc:spChg>
        <pc:spChg chg="mod">
          <ac:chgData name="教員 nb 竹嶋 伸之輔" userId="82c7e703-1f79-49d1-b51f-8e14ba8fcfd5" providerId="ADAL" clId="{29A529EC-0E15-487B-922A-9CE075518415}" dt="2026-03-16T03:40:28.575" v="73" actId="1076"/>
          <ac:spMkLst>
            <pc:docMk/>
            <pc:sldMk cId="775288531" sldId="256"/>
            <ac:spMk id="17" creationId="{AB6F40BD-90B5-5051-5282-40CC69817C2A}"/>
          </ac:spMkLst>
        </pc:spChg>
        <pc:spChg chg="mod">
          <ac:chgData name="教員 nb 竹嶋 伸之輔" userId="82c7e703-1f79-49d1-b51f-8e14ba8fcfd5" providerId="ADAL" clId="{29A529EC-0E15-487B-922A-9CE075518415}" dt="2026-03-18T04:32:27.716" v="235" actId="1037"/>
          <ac:spMkLst>
            <pc:docMk/>
            <pc:sldMk cId="775288531" sldId="256"/>
            <ac:spMk id="18" creationId="{442457BF-0C3C-8821-C3DC-922E9AC9DE36}"/>
          </ac:spMkLst>
        </pc:spChg>
        <pc:spChg chg="mod">
          <ac:chgData name="教員 nb 竹嶋 伸之輔" userId="82c7e703-1f79-49d1-b51f-8e14ba8fcfd5" providerId="ADAL" clId="{29A529EC-0E15-487B-922A-9CE075518415}" dt="2026-03-18T04:32:32.194" v="236" actId="20577"/>
          <ac:spMkLst>
            <pc:docMk/>
            <pc:sldMk cId="775288531" sldId="256"/>
            <ac:spMk id="21" creationId="{336058E0-C899-7882-BD99-4E9403E2C59E}"/>
          </ac:spMkLst>
        </pc:spChg>
        <pc:spChg chg="mod">
          <ac:chgData name="教員 nb 竹嶋 伸之輔" userId="82c7e703-1f79-49d1-b51f-8e14ba8fcfd5" providerId="ADAL" clId="{29A529EC-0E15-487B-922A-9CE075518415}" dt="2026-03-16T03:40:38.550" v="89" actId="1038"/>
          <ac:spMkLst>
            <pc:docMk/>
            <pc:sldMk cId="775288531" sldId="256"/>
            <ac:spMk id="22" creationId="{F421C9F2-1A98-6C9F-C52B-360CC8A26B75}"/>
          </ac:spMkLst>
        </pc:spChg>
        <pc:spChg chg="mod">
          <ac:chgData name="教員 nb 竹嶋 伸之輔" userId="82c7e703-1f79-49d1-b51f-8e14ba8fcfd5" providerId="ADAL" clId="{29A529EC-0E15-487B-922A-9CE075518415}" dt="2026-03-18T04:35:47.060" v="264" actId="1076"/>
          <ac:spMkLst>
            <pc:docMk/>
            <pc:sldMk cId="775288531" sldId="256"/>
            <ac:spMk id="24" creationId="{A97DC522-04BC-04E0-3F10-030A79D447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318B1-752D-4CF5-B00E-EDB690081C5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F556D-CB19-49EE-B92F-54DB03CC34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40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F556D-CB19-49EE-B92F-54DB03CC34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29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48D2B-2209-7BEF-9BE2-32B759554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CB8D04-31AC-CFAC-6AE2-EDECB6F12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6F9CDC-2DC3-3E87-1D15-8A4CD650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1A7A94-FB18-8CC2-692E-7E1FA688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8283FC-C570-BEF5-B7B7-F2F8DD5F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58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52D4F-3CE6-6616-78E6-92F6F2C7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A507A8-82D9-3400-AF73-738D2427A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BA891-1553-1EAB-A076-3E6C59B3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E31DA4-20FE-48B9-4FB8-3A7FC49E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DF891A-6188-BB31-3995-7C78F153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80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3735E-C459-40EE-909F-9DA63FC4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4BE49B-33E2-38D3-7A5C-352BC64A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CE28DD-9EED-20FE-AFDE-A4D2A526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2265E2-BF05-34CB-9E46-1E07D2D7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632209-7DE6-6815-C462-14FF19CF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90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CDA55-00B0-2ACB-767A-9139DFFB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163C6F-1847-228B-7BBE-13DDDB488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995CC-4B50-B7A5-3CB5-1BB93EB8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73C27A-6071-D7C4-35C9-5AB25F4B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F145B3-C44E-BC53-788A-5A4C4755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2ED4EC-D825-71CE-FB49-28470962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15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B59E1-917A-8A78-DF09-5CDEDB29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0A6C46-376C-5BC7-98E8-B4C20E967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76C05F-1A7E-5372-2DE4-D86115E6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652F02-F169-F3DA-D474-E6F87712C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76DFB3A-3E30-A063-8D34-FD9414B25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E2978B4-C8AD-B096-1383-5FA0AB58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15CD47-CD3E-B855-7956-D9543CC3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A46CFD-D589-6CDD-38FB-75593C08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93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0B644-D460-EB6E-C450-AFEC08D8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5E8A7B-0DAD-0726-6E2C-AFEB32DD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61017F-7213-D605-A1A3-62167ABB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B13989-34F6-38A4-1825-F691C85F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07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4EE909-9C3C-2793-BCED-0C01B2E7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A46E592-FF52-81FC-DFA1-5ED6A893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007806-3793-9D08-8134-BCD2C74D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09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5B55C-DDFA-37AA-F821-F79FA826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137351-6BE9-577C-9163-94244BC55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D84956-8247-B12C-36BB-19731EAD0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CAE8CD-6272-8437-0638-71EF6371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77BEB4-E527-10A2-9541-D69ADC8E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314C47-9622-33A1-20D5-1E59802B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89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CFC87-DB4B-BCA1-42F6-96F4470C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1668D0-C993-0370-6C5D-4D8091DFA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9B3AF4-5E4B-652A-AE41-9DCE3B8AF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5C4138-E996-7E2B-E846-9A2B357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4A1F07-D87E-2526-0585-1ACA4791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094A4E-E974-AA8F-B211-A361A5C3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07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F4636-2D7C-428E-D721-C9E3CBA3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E31AE3-7B53-6E13-EAC9-40C037458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AD8A03-6F74-F777-EC90-88305187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B3E897-FC1E-B311-62C5-2E02F20F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E1B400-9002-69C8-05DA-D0A0A487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61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BF9CBF9-CB71-F330-8364-9B3B94A46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CA1C6D-EDBA-BB46-0955-72F761FC9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6CC792-4293-0D0A-D1E6-7607D0B6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1939A1-3DD9-0EAC-324A-13F51659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C82A45-121B-3DD6-0FD5-B4EC57C8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74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A13C83-7DA4-BFCE-B1B5-50A8F1E0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3EB231-3DAA-591C-560E-74AC64C45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E19EB8-B671-1C25-D6B7-5A49C90C9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02E06-4FE0-4C5E-8EDE-CF7452C504DC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757C2D-E434-7FE3-ABAB-94FD11E51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2DEF2-34B8-8E27-6CB5-F75292329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7CFCF-0FC8-4BF1-BC54-EC6BC4F6F3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43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BD255A0-A905-EEA0-C4E8-289593A807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CA5F01-D213-4F10-8E22-75859D15C9FA}"/>
              </a:ext>
            </a:extLst>
          </p:cNvPr>
          <p:cNvSpPr txBox="1"/>
          <p:nvPr/>
        </p:nvSpPr>
        <p:spPr>
          <a:xfrm>
            <a:off x="2983230" y="377190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ひとつの</a:t>
            </a:r>
            <a:r>
              <a:rPr kumimoji="1" lang="ja-JP" altLang="en-US" sz="3200" b="1" dirty="0">
                <a:solidFill>
                  <a:srgbClr val="D72519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トマト</a:t>
            </a:r>
            <a:r>
              <a:rPr kumimoji="1" lang="ja-JP" altLang="en-US" sz="32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が、３つの未来を開く。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FF7AF-50A7-522A-E5B5-53E6DCC6A78F}"/>
              </a:ext>
            </a:extLst>
          </p:cNvPr>
          <p:cNvSpPr txBox="1"/>
          <p:nvPr/>
        </p:nvSpPr>
        <p:spPr>
          <a:xfrm>
            <a:off x="3623310" y="960120"/>
            <a:ext cx="5680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健康栄養学科 ✕ 食物栄養学科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✕ 食品開発学科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体験型合同イベント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6E4848-F706-0F9D-E6CB-3A891CCA5EB5}"/>
              </a:ext>
            </a:extLst>
          </p:cNvPr>
          <p:cNvSpPr txBox="1"/>
          <p:nvPr/>
        </p:nvSpPr>
        <p:spPr>
          <a:xfrm>
            <a:off x="369570" y="1851660"/>
            <a:ext cx="293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1</a:t>
            </a:r>
            <a:r>
              <a:rPr kumimoji="1" lang="ja-JP" altLang="en-US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．オープニング：ベジチェック</a:t>
            </a:r>
            <a:r>
              <a:rPr kumimoji="1" lang="ja-JP" altLang="en-US" sz="1200" baseline="300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Ⓡ</a:t>
            </a:r>
            <a:r>
              <a:rPr kumimoji="1" lang="ja-JP" altLang="en-US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測定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2FBF9A2-5624-D10B-E4DF-51BC0848430A}"/>
              </a:ext>
            </a:extLst>
          </p:cNvPr>
          <p:cNvSpPr txBox="1"/>
          <p:nvPr/>
        </p:nvSpPr>
        <p:spPr>
          <a:xfrm>
            <a:off x="4747563" y="1842890"/>
            <a:ext cx="2999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2.</a:t>
            </a:r>
            <a:r>
              <a:rPr kumimoji="1" lang="ja-JP" altLang="en-US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</a:t>
            </a:r>
            <a:r>
              <a:rPr kumimoji="1" lang="en-US" altLang="ja-JP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20</a:t>
            </a:r>
            <a:r>
              <a:rPr kumimoji="1" lang="ja-JP" altLang="en-US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分ｘ</a:t>
            </a:r>
            <a:r>
              <a:rPr kumimoji="1" lang="en-US" altLang="ja-JP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kumimoji="1" lang="ja-JP" altLang="en-US" sz="120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学科ローテーション体験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BB0860-435D-80E9-D1F6-A446952571D3}"/>
              </a:ext>
            </a:extLst>
          </p:cNvPr>
          <p:cNvSpPr txBox="1"/>
          <p:nvPr/>
        </p:nvSpPr>
        <p:spPr>
          <a:xfrm>
            <a:off x="9275410" y="1839350"/>
            <a:ext cx="2696849" cy="282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spc="-15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kumimoji="1" lang="ja-JP" altLang="en-US" sz="1200" spc="-15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．結論：食のプロへの</a:t>
            </a:r>
            <a:r>
              <a:rPr kumimoji="1" lang="en-US" altLang="ja-JP" sz="1200" spc="-15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kumimoji="1" lang="ja-JP" altLang="en-US" sz="1200" spc="-150" dirty="0">
                <a:solidFill>
                  <a:schemeClr val="bg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つの道が見える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29BA297-E18D-08A5-AF75-24D71E6D2A41}"/>
              </a:ext>
            </a:extLst>
          </p:cNvPr>
          <p:cNvSpPr txBox="1"/>
          <p:nvPr/>
        </p:nvSpPr>
        <p:spPr>
          <a:xfrm>
            <a:off x="3610551" y="2429269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健康栄養学科</a:t>
            </a:r>
            <a:endParaRPr kumimoji="1" lang="en-US" altLang="ja-JP" sz="1400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「身体を知る」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A5D59D-ED2C-942C-005D-3CB3D994AFBB}"/>
              </a:ext>
            </a:extLst>
          </p:cNvPr>
          <p:cNvSpPr txBox="1"/>
          <p:nvPr/>
        </p:nvSpPr>
        <p:spPr>
          <a:xfrm>
            <a:off x="5558693" y="24257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食物栄養学科</a:t>
            </a:r>
            <a:endParaRPr kumimoji="1" lang="en-US" altLang="ja-JP" sz="1400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「その人を知る」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21FD2AC-1C5E-8A43-7F55-20DAB3875552}"/>
              </a:ext>
            </a:extLst>
          </p:cNvPr>
          <p:cNvSpPr txBox="1"/>
          <p:nvPr/>
        </p:nvSpPr>
        <p:spPr>
          <a:xfrm>
            <a:off x="7391098" y="2443443"/>
            <a:ext cx="197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食品開発学科</a:t>
            </a:r>
            <a:endParaRPr kumimoji="1" lang="en-US" altLang="ja-JP" sz="1400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「新しい価値を創る」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8D565E-0421-9127-1197-23BC1148DADA}"/>
              </a:ext>
            </a:extLst>
          </p:cNvPr>
          <p:cNvSpPr txBox="1"/>
          <p:nvPr/>
        </p:nvSpPr>
        <p:spPr>
          <a:xfrm>
            <a:off x="440993" y="2156368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「野菜、ちゃんと食べてる？」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6F40BD-90B5-5051-5282-40CC69817C2A}"/>
              </a:ext>
            </a:extLst>
          </p:cNvPr>
          <p:cNvSpPr txBox="1"/>
          <p:nvPr/>
        </p:nvSpPr>
        <p:spPr>
          <a:xfrm>
            <a:off x="3109247" y="5351378"/>
            <a:ext cx="2021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あなたの身体は食べた物でできている。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42457BF-0C3C-8821-C3DC-922E9AC9DE36}"/>
              </a:ext>
            </a:extLst>
          </p:cNvPr>
          <p:cNvSpPr txBox="1"/>
          <p:nvPr/>
        </p:nvSpPr>
        <p:spPr>
          <a:xfrm>
            <a:off x="5191745" y="5329433"/>
            <a:ext cx="1961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spc="-1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｢</a:t>
            </a:r>
            <a:r>
              <a:rPr kumimoji="1" lang="ja-JP" altLang="en-US" sz="1400" b="1" spc="-1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何を食べたらよいか</a:t>
            </a:r>
            <a:r>
              <a:rPr kumimoji="1" lang="en-US" altLang="ja-JP" sz="1400" b="1" spc="-1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｣､</a:t>
            </a:r>
            <a:r>
              <a:rPr kumimoji="1" lang="ja-JP" altLang="en-US" sz="1400" b="1" spc="-15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より先に聞くことがある。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8150E0F-95FA-B53F-D7C3-85D29A6D3CF1}"/>
              </a:ext>
            </a:extLst>
          </p:cNvPr>
          <p:cNvSpPr txBox="1"/>
          <p:nvPr/>
        </p:nvSpPr>
        <p:spPr>
          <a:xfrm>
            <a:off x="7165349" y="5351378"/>
            <a:ext cx="2021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科学で素材に未来の価値を生む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892D270-EB18-C637-5368-4F83FC09422F}"/>
              </a:ext>
            </a:extLst>
          </p:cNvPr>
          <p:cNvSpPr txBox="1"/>
          <p:nvPr/>
        </p:nvSpPr>
        <p:spPr>
          <a:xfrm>
            <a:off x="3093096" y="5936155"/>
            <a:ext cx="2021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InBody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測定と姿勢体験で実感してみよう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36058E0-C899-7882-BD99-4E9403E2C59E}"/>
              </a:ext>
            </a:extLst>
          </p:cNvPr>
          <p:cNvSpPr txBox="1"/>
          <p:nvPr/>
        </p:nvSpPr>
        <p:spPr>
          <a:xfrm>
            <a:off x="5123912" y="5834062"/>
            <a:ext cx="2021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ctr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spc="-150" dirty="0"/>
              <a:t>管理栄養士は</a:t>
            </a:r>
            <a:r>
              <a:rPr lang="en-US" altLang="ja-JP" spc="-150" dirty="0"/>
              <a:t>､</a:t>
            </a:r>
            <a:r>
              <a:rPr lang="ja-JP" altLang="en-US" spc="-150" dirty="0"/>
              <a:t>その人の状態･</a:t>
            </a:r>
            <a:endParaRPr lang="en-US" altLang="ja-JP" spc="-150" dirty="0"/>
          </a:p>
          <a:p>
            <a:r>
              <a:rPr lang="ja-JP" altLang="en-US" spc="-150" dirty="0"/>
              <a:t>生活･気持ちを知ってから食事を一緒に考える専門家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421C9F2-1A98-6C9F-C52B-360CC8A26B75}"/>
              </a:ext>
            </a:extLst>
          </p:cNvPr>
          <p:cNvSpPr txBox="1"/>
          <p:nvPr/>
        </p:nvSpPr>
        <p:spPr>
          <a:xfrm>
            <a:off x="7144688" y="5809530"/>
            <a:ext cx="2067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捨てられてしまうトマトが、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次のヒット商品になる。アイデアがあれば、あとは科学だ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1CF3A0A-5E87-D471-04A0-4F5817485B2E}"/>
              </a:ext>
            </a:extLst>
          </p:cNvPr>
          <p:cNvSpPr txBox="1"/>
          <p:nvPr/>
        </p:nvSpPr>
        <p:spPr>
          <a:xfrm>
            <a:off x="9352113" y="5461249"/>
            <a:ext cx="24712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「食べること」は生きることに直結する。</a:t>
            </a:r>
            <a:r>
              <a:rPr kumimoji="1" lang="en-US" altLang="ja-JP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学科を体験する</a:t>
            </a:r>
            <a:r>
              <a:rPr kumimoji="1" lang="en-US" altLang="ja-JP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90</a:t>
            </a:r>
            <a:r>
              <a:rPr kumimoji="1" lang="ja-JP" altLang="en-US" sz="1400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分が、自分の未来を開くヒントになる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7DC522-04BC-04E0-3F10-030A79D4474E}"/>
              </a:ext>
            </a:extLst>
          </p:cNvPr>
          <p:cNvSpPr txBox="1"/>
          <p:nvPr/>
        </p:nvSpPr>
        <p:spPr>
          <a:xfrm>
            <a:off x="1768544" y="2706654"/>
            <a:ext cx="158864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手のひらを</a:t>
            </a:r>
            <a:r>
              <a:rPr kumimoji="1" lang="en-US" altLang="ja-JP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30</a:t>
            </a:r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</a:t>
            </a:r>
            <a:endParaRPr kumimoji="1" lang="en-US" altLang="ja-JP" sz="105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痛み・採血無し</a:t>
            </a:r>
            <a:endParaRPr kumimoji="1" lang="en-US" altLang="ja-JP" sz="105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野菜摂取量を可視化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BD674E7-53C0-C84D-105D-85567EA2B14A}"/>
              </a:ext>
            </a:extLst>
          </p:cNvPr>
          <p:cNvSpPr txBox="1"/>
          <p:nvPr/>
        </p:nvSpPr>
        <p:spPr>
          <a:xfrm>
            <a:off x="4448484" y="3851430"/>
            <a:ext cx="128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学科を</a:t>
            </a:r>
            <a:endParaRPr kumimoji="1" lang="en-US" altLang="ja-JP" sz="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800" spc="-1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ローテーション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B6F683-6797-D982-B67E-4ACF4A085F02}"/>
              </a:ext>
            </a:extLst>
          </p:cNvPr>
          <p:cNvSpPr txBox="1"/>
          <p:nvPr/>
        </p:nvSpPr>
        <p:spPr>
          <a:xfrm>
            <a:off x="6500567" y="3869147"/>
            <a:ext cx="128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学科を</a:t>
            </a:r>
            <a:endParaRPr kumimoji="1" lang="en-US" altLang="ja-JP" sz="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800" spc="-1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ローテーション</a:t>
            </a:r>
          </a:p>
        </p:txBody>
      </p:sp>
    </p:spTree>
    <p:extLst>
      <p:ext uri="{BB962C8B-B14F-4D97-AF65-F5344CB8AC3E}">
        <p14:creationId xmlns:p14="http://schemas.microsoft.com/office/powerpoint/2010/main" val="77528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220</Words>
  <Application>Microsoft Office PowerPoint</Application>
  <PresentationFormat>ワイド画面</PresentationFormat>
  <Paragraphs>30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BIZ UDPゴシック</vt:lpstr>
      <vt:lpstr>BIZ UDゴシック</vt:lpstr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教員 nb 竹嶋 伸之輔</dc:creator>
  <cp:lastModifiedBy>教員 nb 竹嶋 伸之輔</cp:lastModifiedBy>
  <cp:revision>3</cp:revision>
  <dcterms:created xsi:type="dcterms:W3CDTF">2026-03-15T06:43:19Z</dcterms:created>
  <dcterms:modified xsi:type="dcterms:W3CDTF">2026-03-18T04:37:19Z</dcterms:modified>
</cp:coreProperties>
</file>